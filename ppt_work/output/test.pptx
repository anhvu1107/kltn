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b08b712424cca" /><Relationship Type="http://schemas.openxmlformats.org/officeDocument/2006/relationships/extended-properties" Target="/docProps/app.xml" Id="R71804b53c8934cc5" /><Relationship Type="http://schemas.openxmlformats.org/officeDocument/2006/relationships/officeDocument" Target="/ppt/presentation.xml" Id="Rb83f0fb92edb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bb325de85415f"/>
  </p:sldMasterIdLst>
  <p:notesMasterIdLst>
    <p:notesMasterId xmlns:r="http://schemas.openxmlformats.org/officeDocument/2006/relationships" r:id="Rb54832bf29a045d8"/>
  </p:notesMasterIdLst>
  <p:sldIdLst>
    <p:sldId xmlns:r="http://schemas.openxmlformats.org/officeDocument/2006/relationships" id="256" r:id="R582a5a27d197455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bb325de85415f" /><Relationship Type="http://schemas.openxmlformats.org/officeDocument/2006/relationships/theme" Target="/ppt/theme/theme1.xml" Id="R810a0c076b4845b3" /><Relationship Type="http://schemas.openxmlformats.org/officeDocument/2006/relationships/notesMaster" Target="/ppt/notesMasters/notesMaster1.xml" Id="Rb54832bf29a045d8" /><Relationship Type="http://schemas.openxmlformats.org/officeDocument/2006/relationships/presProps" Target="/ppt/presProps.xml" Id="Rb623053e45cb4d29" /><Relationship Type="http://schemas.openxmlformats.org/officeDocument/2006/relationships/viewProps" Target="/ppt/viewProps.xml" Id="R5f49e595f2914fb0" /><Relationship Type="http://schemas.openxmlformats.org/officeDocument/2006/relationships/tableStyles" Target="/ppt/tableStyles.xml" Id="R4ebbff2f9c0c4c93" /><Relationship Type="http://schemas.openxmlformats.org/officeDocument/2006/relationships/slide" Target="/ppt/slides/slide1.xml" Id="R582a5a27d197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08f0e28a91d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5f9448c88450c" /><Relationship Type="http://schemas.openxmlformats.org/officeDocument/2006/relationships/notesMaster" Target="/ppt/notesMasters/notesMaster1.xml" Id="R0966b57eca5343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128d5d1cb4c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d542c33e554824" /><Relationship Type="http://schemas.openxmlformats.org/officeDocument/2006/relationships/slideLayout" Target="/ppt/slideLayouts/slideLayout2.xml" Id="Rf7fed8240a06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ed8240a06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046361e444629" /><Relationship Type="http://schemas.openxmlformats.org/officeDocument/2006/relationships/notesSlide" Target="/ppt/notesSlides/notesSlide1.xml" Id="R9ed7ad45f3b94c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1A797-CEA9-42B1-8D1A-1EE871E6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638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462061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2026-05-06T17:50:29.9470000Z</dcterms:created>
  <dcterms:modified xsi:type="dcterms:W3CDTF">2026-05-06T17:50:29.9470000Z</dcterms:modified>
</coreProperties>
</file>