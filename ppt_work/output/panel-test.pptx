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bd536f5e854f4f" /><Relationship Type="http://schemas.openxmlformats.org/officeDocument/2006/relationships/extended-properties" Target="/docProps/app.xml" Id="Rf22642fc761d4fad" /><Relationship Type="http://schemas.openxmlformats.org/officeDocument/2006/relationships/officeDocument" Target="/ppt/presentation.xml" Id="R7872d1c082794d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d8bd508c3c4123"/>
  </p:sldMasterIdLst>
  <p:notesMasterIdLst>
    <p:notesMasterId xmlns:r="http://schemas.openxmlformats.org/officeDocument/2006/relationships" r:id="R554f7beb964e41fa"/>
  </p:notesMasterIdLst>
  <p:sldIdLst>
    <p:sldId xmlns:r="http://schemas.openxmlformats.org/officeDocument/2006/relationships" id="256" r:id="R36cdc3cf93ed491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d8bd508c3c4123" /><Relationship Type="http://schemas.openxmlformats.org/officeDocument/2006/relationships/theme" Target="/ppt/theme/theme1.xml" Id="R7982a16152374635" /><Relationship Type="http://schemas.openxmlformats.org/officeDocument/2006/relationships/notesMaster" Target="/ppt/notesMasters/notesMaster1.xml" Id="R554f7beb964e41fa" /><Relationship Type="http://schemas.openxmlformats.org/officeDocument/2006/relationships/presProps" Target="/ppt/presProps.xml" Id="Rdf039a94bf5c4ab5" /><Relationship Type="http://schemas.openxmlformats.org/officeDocument/2006/relationships/viewProps" Target="/ppt/viewProps.xml" Id="R995a72fe85d8478d" /><Relationship Type="http://schemas.openxmlformats.org/officeDocument/2006/relationships/tableStyles" Target="/ppt/tableStyles.xml" Id="R7857f2c2d7d44848" /><Relationship Type="http://schemas.openxmlformats.org/officeDocument/2006/relationships/slide" Target="/ppt/slides/slide1.xml" Id="R36cdc3cf93ed49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21b8e551c7c43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21ac29676b49c4" /><Relationship Type="http://schemas.openxmlformats.org/officeDocument/2006/relationships/notesMaster" Target="/ppt/notesMasters/notesMaster1.xml" Id="Re558b0aa2b094d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4f9b834cc48b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0da157f709c4322" /><Relationship Type="http://schemas.openxmlformats.org/officeDocument/2006/relationships/slideLayout" Target="/ppt/slideLayouts/slideLayout2.xml" Id="R22c4d712ed7945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c4d712ed7945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32e338b05442bc" /><Relationship Type="http://schemas.openxmlformats.org/officeDocument/2006/relationships/notesSlide" Target="/ppt/notesSlides/notesSlide1.xml" Id="Rf962d2ed547348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CAD66A-9302-41B7-92DA-2E93135D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6383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376B7-4DF7-4C1A-B301-1B408795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600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/>
            </a:pPr>
            <a:r>
              <a:rPr sz="3000"/>
              <a:t>Panel</a:t>
            </a:r>
          </a:p>
        </p:txBody>
      </p:sp>
    </p:spTree>
    <p:extLst>
      <p:ext uri="{BB962C8B-B14F-4D97-AF65-F5344CB8AC3E}">
        <p14:creationId xmlns:p14="http://schemas.microsoft.com/office/powerpoint/2010/main" val="1843199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2026-05-06T17:53:34.0930000Z</dcterms:created>
  <dcterms:modified xsi:type="dcterms:W3CDTF">2026-05-06T17:53:34.0930000Z</dcterms:modified>
</coreProperties>
</file>